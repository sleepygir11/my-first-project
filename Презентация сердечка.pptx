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" initials="П" lastIdx="1" clrIdx="0">
    <p:extLst>
      <p:ext uri="{19B8F6BF-5375-455C-9EA6-DF929625EA0E}">
        <p15:presenceInfo xmlns:p15="http://schemas.microsoft.com/office/powerpoint/2012/main" userId="Пользовател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05T18:10:59.784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5:17:04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5:17:2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B63ECF-DB5C-26E1-9D10-E4762209C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695266-DF56-9922-6EB5-262F62A92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7D3000-AAB1-8731-07E7-3DE464ABC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E7E41-329B-4672-8AFE-9840B4A4E1E1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116799-5DCE-82B4-CF08-F61352D43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F0C2E8-3851-3F10-6454-9A80A7EC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EBA8-EACB-42ED-A21C-44238860E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343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D079A-425B-DF97-3D3D-5D71288F0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5AD09E-1F9C-0D02-AB66-3E478FDD8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A0B4A9-51A7-6791-97FC-66A1C08B9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E7E41-329B-4672-8AFE-9840B4A4E1E1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1B2483-2C33-FD49-F60F-72DF0476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7DD196-2C1A-D3D0-FD11-129AB3798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EBA8-EACB-42ED-A21C-44238860E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61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C95A23-F18B-3745-7258-39745CEE9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8EEB35-74D8-2550-49A0-10D417583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BB9B98-CA50-2B18-5435-01F4BC5D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E7E41-329B-4672-8AFE-9840B4A4E1E1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4D7594-420C-7077-0735-4A530DCCA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D8274C-C426-2099-8A6A-2727741B0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EBA8-EACB-42ED-A21C-44238860E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93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A9774D-F601-8454-DBF0-22338813C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2714F5-7E71-05F8-9121-373766300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EC8013B-A7D1-A642-2668-A114F67FD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C1365C-F0FA-A8F6-80B1-C958ABE48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E7E41-329B-4672-8AFE-9840B4A4E1E1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B650A6-30BD-9372-3776-857DC9A3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ECE667-21F9-DDF6-5DD6-FD83F4DA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EBA8-EACB-42ED-A21C-44238860E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91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D3F6E8-A8AB-DE32-0B83-74C936962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C40221-47A2-19DC-1249-6EA3F9002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1C2197-18E1-B789-12CE-D0FE77C56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8139466-AC03-DDED-335E-FEE42B554F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C953E37-A658-471A-E44F-4AF80863C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4C3EAA-EDCE-4D0F-8A8E-3BB444162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E7E41-329B-4672-8AFE-9840B4A4E1E1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B2DDE92-DDB9-2333-CB98-524FCD5A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6BFE40-0650-550E-3233-6F8077C6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EBA8-EACB-42ED-A21C-44238860E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72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28821-F2EE-238A-2D52-AC2601A7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B96D12-5A05-520F-3D9B-230D4638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E7E41-329B-4672-8AFE-9840B4A4E1E1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B76DD7B-059D-690D-F016-428F9806F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6A90CD-915F-0D1C-AC1E-900A4DAE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EBA8-EACB-42ED-A21C-44238860E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79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C025B20-0A13-FB18-DBD8-597C426B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E7E41-329B-4672-8AFE-9840B4A4E1E1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A063285-4716-EAE3-31F4-F3D2A917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91FD5B-7622-E033-B449-8ACC67555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EBA8-EACB-42ED-A21C-44238860E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303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E3B5C-CBCE-886E-27ED-EBA5FDF30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7FA231-E328-03F0-85E9-541B89490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0F1D4B-1316-E4D7-016D-566C3CE6A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459A2D-F8BB-9B99-56E8-77D00A98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E7E41-329B-4672-8AFE-9840B4A4E1E1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7D70DA-2EFF-833C-678C-DBAB58325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B85454-E377-82BA-75AD-3CAB523AD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EBA8-EACB-42ED-A21C-44238860E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11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C8B0FD-6587-3661-D14F-AB2F10C23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F8E94E-4404-6267-D06C-D3A68FDC76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3BD920-7606-54DD-604A-CB156E7A3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808181-DBC6-6913-8C5B-5F15BE59C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E7E41-329B-4672-8AFE-9840B4A4E1E1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3C751D-80B2-4EFF-5457-630E16B3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677D9-1DDE-1F31-14FD-2FC6DEF73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EBA8-EACB-42ED-A21C-44238860E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561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CAE5B-1289-5EFF-54A6-3F65BFAB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7F22F8-6CC9-07A4-7EED-7276E8709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54C004-3581-011C-DAF0-6D3F5309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E7E41-329B-4672-8AFE-9840B4A4E1E1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D63BEB-CC60-71D3-8D69-24EBEFBD5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75B636-F5E5-A9FD-93B5-A0B17603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EBA8-EACB-42ED-A21C-44238860E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41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F4DDFF2-E1B6-CDCC-277F-ADBC28A1A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F69E12-2951-FD56-26A8-BE6E5E11F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5AA9C0-39F8-64D2-288D-603BBDB3D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E7E41-329B-4672-8AFE-9840B4A4E1E1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88DB55-F3FE-D717-5FF1-2C527280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6E509F-9A6E-0B98-E821-A9F66B89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EBA8-EACB-42ED-A21C-44238860E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83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42B288-F49D-5F32-B661-9F70CB22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104437-AE1A-22C1-CAC1-7E4E963EE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F65033-F6B1-FE12-7C94-807625109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E7E41-329B-4672-8AFE-9840B4A4E1E1}" type="datetimeFigureOut">
              <a:rPr lang="ru-RU" smtClean="0"/>
              <a:t>05.03.2025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0110B2-641E-1DC0-44F3-DFC7951F9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A3600C-5A00-4B40-8DC1-A0D242C32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CEBA8-EACB-42ED-A21C-44238860E5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439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ebp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F82D6-E503-B704-759D-628A66130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3985" y="1879134"/>
            <a:ext cx="3904364" cy="814906"/>
          </a:xfrm>
        </p:spPr>
        <p:txBody>
          <a:bodyPr>
            <a:normAutofit fontScale="90000"/>
          </a:bodyPr>
          <a:lstStyle/>
          <a:p>
            <a:r>
              <a:rPr lang="en-US" dirty="0"/>
              <a:t>YTTD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19844A-04B6-4DFB-CB16-B1ADA81333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YTTD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6FE8B-36F9-E67A-FE3B-53EC0A326BB9}"/>
              </a:ext>
            </a:extLst>
          </p:cNvPr>
          <p:cNvSpPr txBox="1"/>
          <p:nvPr/>
        </p:nvSpPr>
        <p:spPr>
          <a:xfrm>
            <a:off x="3456264" y="1006679"/>
            <a:ext cx="5947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Первый проект </a:t>
            </a:r>
            <a:r>
              <a:rPr lang="en-US" dirty="0"/>
              <a:t>“JOE PANCAKES” </a:t>
            </a:r>
            <a:r>
              <a:rPr lang="ru-RU" dirty="0"/>
              <a:t>от </a:t>
            </a:r>
            <a:r>
              <a:rPr lang="en-US" dirty="0"/>
              <a:t>sleepygir11</a:t>
            </a:r>
            <a:endParaRPr lang="ru-RU" dirty="0"/>
          </a:p>
        </p:txBody>
      </p:sp>
      <p:sp>
        <p:nvSpPr>
          <p:cNvPr id="9" name="Сердце 8">
            <a:hlinkClick r:id="rId2" action="ppaction://hlinksldjump"/>
            <a:extLst>
              <a:ext uri="{FF2B5EF4-FFF2-40B4-BE49-F238E27FC236}">
                <a16:creationId xmlns:a16="http://schemas.microsoft.com/office/drawing/2014/main" id="{40440B19-F2E2-6A84-2994-B4C2EF42CF96}"/>
              </a:ext>
            </a:extLst>
          </p:cNvPr>
          <p:cNvSpPr/>
          <p:nvPr/>
        </p:nvSpPr>
        <p:spPr>
          <a:xfrm>
            <a:off x="637288" y="337808"/>
            <a:ext cx="1703239" cy="1442471"/>
          </a:xfrm>
          <a:prstGeom prst="hear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98B676-B52D-9788-B0A8-E5C3013ED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977" y="0"/>
            <a:ext cx="8942499" cy="68410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C6A59A-F122-BA99-0E8E-E9A09102F06F}"/>
              </a:ext>
            </a:extLst>
          </p:cNvPr>
          <p:cNvSpPr txBox="1"/>
          <p:nvPr/>
        </p:nvSpPr>
        <p:spPr>
          <a:xfrm>
            <a:off x="848110" y="2286587"/>
            <a:ext cx="1610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こんにちは！！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627182-923C-FE96-D98E-6F6A195EEDC2}"/>
              </a:ext>
            </a:extLst>
          </p:cNvPr>
          <p:cNvSpPr txBox="1"/>
          <p:nvPr/>
        </p:nvSpPr>
        <p:spPr>
          <a:xfrm>
            <a:off x="90182" y="3136307"/>
            <a:ext cx="6136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今日は新しい世界に入ります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2A4D44-90FB-F984-FF25-E5D54FDE5876}"/>
              </a:ext>
            </a:extLst>
          </p:cNvPr>
          <p:cNvSpPr txBox="1"/>
          <p:nvPr/>
        </p:nvSpPr>
        <p:spPr>
          <a:xfrm>
            <a:off x="620785" y="4105161"/>
            <a:ext cx="2281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Hello, today we will enter the new world!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F14DCD-F649-E7D4-E7E7-4CBF8BE7F2FD}"/>
              </a:ext>
            </a:extLst>
          </p:cNvPr>
          <p:cNvSpPr txBox="1"/>
          <p:nvPr/>
        </p:nvSpPr>
        <p:spPr>
          <a:xfrm>
            <a:off x="620785" y="5075339"/>
            <a:ext cx="2122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Здравствуйте</a:t>
            </a:r>
          </a:p>
          <a:p>
            <a:r>
              <a:rPr lang="ru-RU" dirty="0"/>
              <a:t>Сегодня мы окунемся в новый мир!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DCF7E-30B5-3AB0-F7F1-02BB94E6C163}"/>
              </a:ext>
            </a:extLst>
          </p:cNvPr>
          <p:cNvSpPr txBox="1"/>
          <p:nvPr/>
        </p:nvSpPr>
        <p:spPr>
          <a:xfrm>
            <a:off x="1098410" y="822013"/>
            <a:ext cx="114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176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5F2E82-12FC-8731-73F3-B04EE11F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Суть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6B3A1C-734E-400D-57A0-F43085990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6109" y="428652"/>
            <a:ext cx="5124275" cy="202093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Чисто схоже со змейкой – ты должен собрать </a:t>
            </a:r>
            <a:r>
              <a:rPr lang="en-US" dirty="0"/>
              <a:t>1 </a:t>
            </a:r>
            <a:r>
              <a:rPr lang="ru-RU" dirty="0"/>
              <a:t>очко(поймать </a:t>
            </a:r>
            <a:r>
              <a:rPr lang="ru-RU" dirty="0" err="1"/>
              <a:t>круглешок</a:t>
            </a:r>
            <a:r>
              <a:rPr lang="ru-RU" dirty="0"/>
              <a:t>) за неограниченный период времени. Игра создана для расслабления и тестирует твое терпение, внимательность. Играешь ты, к слову, за Джо </a:t>
            </a:r>
            <a:r>
              <a:rPr lang="ru-RU" dirty="0" err="1"/>
              <a:t>Тазуну</a:t>
            </a:r>
            <a:r>
              <a:rPr lang="ru-RU" dirty="0"/>
              <a:t>. Со временем </a:t>
            </a:r>
            <a:r>
              <a:rPr lang="ru-RU" dirty="0" err="1"/>
              <a:t>мб</a:t>
            </a:r>
            <a:r>
              <a:rPr lang="ru-RU" dirty="0"/>
              <a:t> еще добавим </a:t>
            </a:r>
            <a:r>
              <a:rPr lang="ru-RU" dirty="0" err="1"/>
              <a:t>прикольчиков</a:t>
            </a:r>
            <a:r>
              <a:rPr lang="ru-RU" dirty="0"/>
              <a:t> </a:t>
            </a:r>
            <a:r>
              <a:rPr lang="ru-RU" dirty="0"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r>
              <a:rPr lang="ru-RU" dirty="0">
                <a:sym typeface="Wingdings" panose="05000000000000000000" pitchFamily="2" charset="2"/>
              </a:rPr>
              <a:t>Игра очень сложная!!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41A1EE-D7F3-10D5-7864-9730C71DF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96" y="1434518"/>
            <a:ext cx="1996418" cy="415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CF9CC2-3735-1493-B170-F8C61624EE6F}"/>
              </a:ext>
            </a:extLst>
          </p:cNvPr>
          <p:cNvSpPr txBox="1"/>
          <p:nvPr/>
        </p:nvSpPr>
        <p:spPr>
          <a:xfrm>
            <a:off x="3976382" y="2667699"/>
            <a:ext cx="59561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これはスネークゲームに似ています。制限時間内に </a:t>
            </a:r>
            <a:r>
              <a:rPr lang="en-US" altLang="ja-JP" dirty="0"/>
              <a:t>1 </a:t>
            </a:r>
            <a:r>
              <a:rPr lang="ja-JP" altLang="en-US" dirty="0"/>
              <a:t>ポイント </a:t>
            </a:r>
            <a:r>
              <a:rPr lang="en-US" altLang="ja-JP" dirty="0"/>
              <a:t>(</a:t>
            </a:r>
            <a:r>
              <a:rPr lang="ja-JP" altLang="en-US" dirty="0"/>
              <a:t>円をキャッチ</a:t>
            </a:r>
            <a:r>
              <a:rPr lang="en-US" altLang="ja-JP" dirty="0"/>
              <a:t>) </a:t>
            </a:r>
            <a:r>
              <a:rPr lang="ja-JP" altLang="en-US" dirty="0"/>
              <a:t>を集める必要があります。このゲームはリラックスするために設計されており、忍耐力と注意力を試します。ちなみに、あなたはジョー・タズナとしてプレイします。今後、さらに面白いものを追加していく予定です。 ゲームはとても難しいです！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B267C-8DE5-F65F-E913-3F89D1E2971E}"/>
              </a:ext>
            </a:extLst>
          </p:cNvPr>
          <p:cNvSpPr txBox="1"/>
          <p:nvPr/>
        </p:nvSpPr>
        <p:spPr>
          <a:xfrm>
            <a:off x="3909270" y="4521666"/>
            <a:ext cx="6937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Purely similar to snake - you have to collect 1 point (catch a circle) in an unlimited period of time. The game is designed for relaxation and tests your patience, attentiveness. By the way, you play for Joe </a:t>
            </a:r>
            <a:r>
              <a:rPr lang="en-US" dirty="0" err="1"/>
              <a:t>Tazuna</a:t>
            </a:r>
            <a:r>
              <a:rPr lang="en-US" dirty="0"/>
              <a:t>. Over time, maybe we'll add some more jokes</a:t>
            </a:r>
            <a:r>
              <a:rPr lang="ru-RU" dirty="0"/>
              <a:t>. </a:t>
            </a:r>
            <a:r>
              <a:rPr lang="en-US" dirty="0"/>
              <a:t>The game is very difficult!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9764046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6DFD7D-1896-6E89-3AC6-539087C5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Секретный баг)))))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A81679-2A25-1F98-743E-BE7059ED5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стоять на месте, через некоторое время вы выиграете)))</a:t>
            </a:r>
          </a:p>
          <a:p>
            <a:pPr marL="0" indent="0">
              <a:buNone/>
            </a:pPr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9BB77635-A037-85D8-A9F3-90F76A578339}"/>
                  </a:ext>
                </a:extLst>
              </p14:cNvPr>
              <p14:cNvContentPartPr/>
              <p14:nvPr/>
            </p14:nvContentPartPr>
            <p14:xfrm>
              <a:off x="1585120" y="3204089"/>
              <a:ext cx="360" cy="36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9BB77635-A037-85D8-A9F3-90F76A5783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6480" y="319544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F4B31F4D-1C36-F15C-49B6-1E47F76BACA6}"/>
                  </a:ext>
                </a:extLst>
              </p14:cNvPr>
              <p14:cNvContentPartPr/>
              <p14:nvPr/>
            </p14:nvContentPartPr>
            <p14:xfrm>
              <a:off x="2004880" y="2675609"/>
              <a:ext cx="360" cy="3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F4B31F4D-1C36-F15C-49B6-1E47F76BAC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95880" y="2666969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17FE66-4538-528E-C170-B62A34A212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14026"/>
            <a:ext cx="3056604" cy="389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7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325</Words>
  <Application>Microsoft Office PowerPoint</Application>
  <PresentationFormat>Широкоэкранный</PresentationFormat>
  <Paragraphs>16</Paragraphs>
  <Slides>3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YTTD</vt:lpstr>
      <vt:lpstr>Суть игры</vt:lpstr>
      <vt:lpstr>Секретный баг)))))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Первый проект </dc:title>
  <dc:creator>Пользователь</dc:creator>
  <cp:lastModifiedBy>Пользователь</cp:lastModifiedBy>
  <cp:revision>5</cp:revision>
  <dcterms:created xsi:type="dcterms:W3CDTF">2025-03-04T15:40:24Z</dcterms:created>
  <dcterms:modified xsi:type="dcterms:W3CDTF">2025-03-05T15:46:16Z</dcterms:modified>
</cp:coreProperties>
</file>